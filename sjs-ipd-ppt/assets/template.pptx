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5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B4A8E-3BC5-1FB0-EDA5-23498DD9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941A34-A26C-642C-6EAF-5F32BA417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CEF51E-714E-8A45-9BF5-53F905D94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06CC-6F7D-4D76-9FEB-9D40F416B810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D7CB1F-3920-C955-218E-D568DD70F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3F2877-C6E7-FF8D-CEC8-C1856C429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4F5E8-B9A9-421C-9A38-BA2A36DFE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51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200CB-A805-B163-DB8E-0BCECBD8E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C10F7F-1484-A60F-C486-BF0D91B6E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CCD633-6F8E-5FD7-F6DD-832DDA01C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06CC-6F7D-4D76-9FEB-9D40F416B810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8138C6-3CC4-849F-6E10-B333EDBCA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44529E-54D6-3E10-03D1-E675378E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4F5E8-B9A9-421C-9A38-BA2A36DFE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25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CE56B-763E-3B41-9CC9-75A4CAA4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28FECF-9709-B2FF-722F-AAE78CA19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1231F8-3864-5226-79B0-EBF7E767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06CC-6F7D-4D76-9FEB-9D40F416B810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3B2B27-7828-BB2C-C225-8DE6595E2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71740C-A153-15D1-FD29-2357CF35C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4F5E8-B9A9-421C-9A38-BA2A36DFE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39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593CAA-889B-7FD8-6CAD-3A37634E4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DCC98B-159E-98C5-D8E2-5E1B09498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5C002F-F095-FC3C-0963-0B9A1C84D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B56D5F-5F6A-5415-6D84-1D08F218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06CC-6F7D-4D76-9FEB-9D40F416B810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0D4CE5-650C-E732-7E6E-A1E2A047B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681010-A5E2-9037-3D05-B1540FDE8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4F5E8-B9A9-421C-9A38-BA2A36DFE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054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EF5B6-F8B1-B18C-570D-4FF7605DD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FC4D23-90C9-03E6-E22C-72DA2CDD9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34CDC6-F0A1-9D59-C48D-4DA197C2D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069FC53-8394-2D3B-0C27-E2E7089416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63F07F-7D55-0066-B22E-36E1A4E76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9EC81C-7245-BB2E-E039-B8933AF75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06CC-6F7D-4D76-9FEB-9D40F416B810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E4D138-36CD-20CD-90E9-0BBC476AE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D6B1983-3B20-1E10-09AE-9AC48BA18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4F5E8-B9A9-421C-9A38-BA2A36DFE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422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A08FA-6DFA-6434-FE13-96068F23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269C59C-9515-0AAF-57A5-4BF3C90CD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06CC-6F7D-4D76-9FEB-9D40F416B810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DADB02-A2E6-F3E9-DBC2-E95C6EEBE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DA077D-35E3-429F-9325-0627C4312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4F5E8-B9A9-421C-9A38-BA2A36DFE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266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0F1870-5A45-EB91-74A5-EB4DC339A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06CC-6F7D-4D76-9FEB-9D40F416B810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671915-A402-DB81-B40E-71F2210DD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7302CD-9FDB-CDE1-DE40-E0D1CE290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4F5E8-B9A9-421C-9A38-BA2A36DFE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313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11FA8-A381-0D66-0A9E-BD71FD601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1C8407-9B07-B14A-E9F7-CB3BDC1F6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500EC2-B001-856B-2856-ED584EA53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AAFA7E-24BB-05A6-BC37-52A658E40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06CC-6F7D-4D76-9FEB-9D40F416B810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792882-87DE-AC16-F103-A2F3A7F65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C5DDB3-5FB6-367B-687E-32BA35D6C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4F5E8-B9A9-421C-9A38-BA2A36DFE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203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061752-3021-C91A-7C36-2AEE95B9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E977C3F-6AC3-F3B8-DCFF-CFE099DD4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EA5967-0CA6-AEEC-7136-1157779AA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094179-A8BD-CD25-845E-E4B26C0B0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06CC-6F7D-4D76-9FEB-9D40F416B810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78D3D1-DC85-ABA0-91D9-3A88493A4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C35169-4534-D562-9678-F0F6160D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4F5E8-B9A9-421C-9A38-BA2A36DFE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135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6169E-22DF-A92F-B7B3-21E8228D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8F59B2-6505-A7B5-9C81-E060D4FB2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EFE2F0-47C6-2341-0824-21A31C75F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06CC-6F7D-4D76-9FEB-9D40F416B810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3A2DB-099F-9F4E-A28D-9E348040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CB239B-09B7-B7BF-661B-B0694E4A6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4F5E8-B9A9-421C-9A38-BA2A36DFE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581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F0EC28-A0C1-1F78-A123-B7A6E23B6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8E3538-331D-BD4B-44D9-F9766650D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3F44FE-DE83-EDD8-209A-C5F486A26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06CC-6F7D-4D76-9FEB-9D40F416B810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50B51F-AA0D-8DB8-5C7F-EAAB4F4CA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872CCD-706A-D034-1BFF-1CBC08141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4F5E8-B9A9-421C-9A38-BA2A36DFE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66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4271B5-4F20-FF66-1C7C-75AAED99A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D6C679-DD14-609B-DE59-7AC03E365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9C5576-21DA-644F-7991-81DBD8301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1006CC-6F7D-4D76-9FEB-9D40F416B810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D3164E-94A9-F9B6-3AA8-06FC520EA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7F9BA5-DEFB-28C7-D87C-58B8D2843E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4F5E8-B9A9-421C-9A38-BA2A36DFE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89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854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23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344AF5-5B24-50AF-E977-1A2D778EA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496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华侨 王</dc:creator>
  <cp:lastModifiedBy>华侨 王</cp:lastModifiedBy>
  <cp:revision>1</cp:revision>
  <dcterms:created xsi:type="dcterms:W3CDTF">2026-06-09T00:38:57Z</dcterms:created>
  <dcterms:modified xsi:type="dcterms:W3CDTF">2026-06-09T00:41:50Z</dcterms:modified>
</cp:coreProperties>
</file>